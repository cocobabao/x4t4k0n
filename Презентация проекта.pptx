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72BB90-8463-4817-AC10-08726DCAF947}" type="doc">
      <dgm:prSet loTypeId="urn:microsoft.com/office/officeart/2005/8/layout/defaul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578C42CC-C0DC-4809-86F0-0552AC35322B}">
      <dgm:prSet/>
      <dgm:spPr/>
      <dgm:t>
        <a:bodyPr/>
        <a:lstStyle/>
        <a:p>
          <a:r>
            <a:rPr lang="en-US"/>
            <a:t>Html+CSS</a:t>
          </a:r>
          <a:r>
            <a:rPr lang="ru-RU"/>
            <a:t> </a:t>
          </a:r>
          <a:endParaRPr lang="en-US"/>
        </a:p>
      </dgm:t>
    </dgm:pt>
    <dgm:pt modelId="{3F283D48-61D0-48EC-BF8F-FF909EFE60D0}" type="parTrans" cxnId="{E99CAEAB-7858-430D-8B34-2479F713B34A}">
      <dgm:prSet/>
      <dgm:spPr/>
      <dgm:t>
        <a:bodyPr/>
        <a:lstStyle/>
        <a:p>
          <a:endParaRPr lang="en-US"/>
        </a:p>
      </dgm:t>
    </dgm:pt>
    <dgm:pt modelId="{EC9A31EB-754E-4E0D-85A2-77E8C06BF936}" type="sibTrans" cxnId="{E99CAEAB-7858-430D-8B34-2479F713B34A}">
      <dgm:prSet/>
      <dgm:spPr/>
      <dgm:t>
        <a:bodyPr/>
        <a:lstStyle/>
        <a:p>
          <a:endParaRPr lang="en-US"/>
        </a:p>
      </dgm:t>
    </dgm:pt>
    <dgm:pt modelId="{4809A967-F02A-43B5-9BC0-B470217BA02F}">
      <dgm:prSet/>
      <dgm:spPr/>
      <dgm:t>
        <a:bodyPr/>
        <a:lstStyle/>
        <a:p>
          <a:r>
            <a:rPr lang="en-US"/>
            <a:t>Java-Script</a:t>
          </a:r>
        </a:p>
      </dgm:t>
    </dgm:pt>
    <dgm:pt modelId="{D170CA5B-6435-4875-B447-E1F60D627533}" type="parTrans" cxnId="{2C272966-6FEE-412F-A7F4-6CAEA90433DB}">
      <dgm:prSet/>
      <dgm:spPr/>
      <dgm:t>
        <a:bodyPr/>
        <a:lstStyle/>
        <a:p>
          <a:endParaRPr lang="en-US"/>
        </a:p>
      </dgm:t>
    </dgm:pt>
    <dgm:pt modelId="{72B83B5F-893D-49CB-8CBD-8112518833F6}" type="sibTrans" cxnId="{2C272966-6FEE-412F-A7F4-6CAEA90433DB}">
      <dgm:prSet/>
      <dgm:spPr/>
      <dgm:t>
        <a:bodyPr/>
        <a:lstStyle/>
        <a:p>
          <a:endParaRPr lang="en-US"/>
        </a:p>
      </dgm:t>
    </dgm:pt>
    <dgm:pt modelId="{94112E67-E2E3-439E-8620-4452A25D0E64}">
      <dgm:prSet/>
      <dgm:spPr/>
      <dgm:t>
        <a:bodyPr/>
        <a:lstStyle/>
        <a:p>
          <a:r>
            <a:rPr lang="en-US"/>
            <a:t>Python</a:t>
          </a:r>
          <a:r>
            <a:rPr lang="ru-RU"/>
            <a:t> 3.12</a:t>
          </a:r>
          <a:endParaRPr lang="en-US"/>
        </a:p>
      </dgm:t>
    </dgm:pt>
    <dgm:pt modelId="{E1AF8F5C-F995-42D3-AFC5-1697C75F1F13}" type="parTrans" cxnId="{FBB14EA3-4C59-4FB6-92BA-1A609B5A854F}">
      <dgm:prSet/>
      <dgm:spPr/>
      <dgm:t>
        <a:bodyPr/>
        <a:lstStyle/>
        <a:p>
          <a:endParaRPr lang="en-US"/>
        </a:p>
      </dgm:t>
    </dgm:pt>
    <dgm:pt modelId="{C1D47BDC-BA83-4EBC-B4D0-F6F497D4ED66}" type="sibTrans" cxnId="{FBB14EA3-4C59-4FB6-92BA-1A609B5A854F}">
      <dgm:prSet/>
      <dgm:spPr/>
      <dgm:t>
        <a:bodyPr/>
        <a:lstStyle/>
        <a:p>
          <a:endParaRPr lang="en-US"/>
        </a:p>
      </dgm:t>
    </dgm:pt>
    <dgm:pt modelId="{756CDA00-46F6-4B07-9711-D129141FE661}">
      <dgm:prSet/>
      <dgm:spPr/>
      <dgm:t>
        <a:bodyPr/>
        <a:lstStyle/>
        <a:p>
          <a:r>
            <a:rPr lang="en-US"/>
            <a:t>sqlite</a:t>
          </a:r>
        </a:p>
      </dgm:t>
    </dgm:pt>
    <dgm:pt modelId="{E37A8703-E89B-4A87-82B9-2B2FB5171ADE}" type="parTrans" cxnId="{20290B3B-D0EF-4BB1-9801-B8B905D3270E}">
      <dgm:prSet/>
      <dgm:spPr/>
      <dgm:t>
        <a:bodyPr/>
        <a:lstStyle/>
        <a:p>
          <a:endParaRPr lang="en-US"/>
        </a:p>
      </dgm:t>
    </dgm:pt>
    <dgm:pt modelId="{43F6FD15-091D-4127-8A51-C4AD6FC2DEE6}" type="sibTrans" cxnId="{20290B3B-D0EF-4BB1-9801-B8B905D3270E}">
      <dgm:prSet/>
      <dgm:spPr/>
      <dgm:t>
        <a:bodyPr/>
        <a:lstStyle/>
        <a:p>
          <a:endParaRPr lang="en-US"/>
        </a:p>
      </dgm:t>
    </dgm:pt>
    <dgm:pt modelId="{DF1D77E4-295D-4CFA-BEBB-6B3F9B7DB527}">
      <dgm:prSet/>
      <dgm:spPr/>
      <dgm:t>
        <a:bodyPr/>
        <a:lstStyle/>
        <a:p>
          <a:r>
            <a:rPr lang="en-US"/>
            <a:t>fastapi==0.149.0</a:t>
          </a:r>
        </a:p>
      </dgm:t>
    </dgm:pt>
    <dgm:pt modelId="{16C7D029-49E4-40C0-86B2-A7C8B2F9AFE5}" type="parTrans" cxnId="{F56DAAA5-B0C0-4B04-8573-3971EF6CB198}">
      <dgm:prSet/>
      <dgm:spPr/>
      <dgm:t>
        <a:bodyPr/>
        <a:lstStyle/>
        <a:p>
          <a:endParaRPr lang="en-US"/>
        </a:p>
      </dgm:t>
    </dgm:pt>
    <dgm:pt modelId="{480D7C7B-0490-4339-A8CA-D93DF47584C9}" type="sibTrans" cxnId="{F56DAAA5-B0C0-4B04-8573-3971EF6CB198}">
      <dgm:prSet/>
      <dgm:spPr/>
      <dgm:t>
        <a:bodyPr/>
        <a:lstStyle/>
        <a:p>
          <a:endParaRPr lang="en-US"/>
        </a:p>
      </dgm:t>
    </dgm:pt>
    <dgm:pt modelId="{A1C6BB81-D55D-4686-B7F1-5B8E5CF2026A}">
      <dgm:prSet/>
      <dgm:spPr/>
      <dgm:t>
        <a:bodyPr/>
        <a:lstStyle/>
        <a:p>
          <a:r>
            <a:rPr lang="en-US"/>
            <a:t>faster-whisper==1.2.1</a:t>
          </a:r>
        </a:p>
      </dgm:t>
    </dgm:pt>
    <dgm:pt modelId="{34C70EB0-D6E3-4357-B9B7-A83B148577EE}" type="parTrans" cxnId="{DA7A8ADD-6D51-4A18-B63C-9E881C3EB8C4}">
      <dgm:prSet/>
      <dgm:spPr/>
      <dgm:t>
        <a:bodyPr/>
        <a:lstStyle/>
        <a:p>
          <a:endParaRPr lang="en-US"/>
        </a:p>
      </dgm:t>
    </dgm:pt>
    <dgm:pt modelId="{A49610A9-152D-4BE8-947B-3E5A3D6DC5E7}" type="sibTrans" cxnId="{DA7A8ADD-6D51-4A18-B63C-9E881C3EB8C4}">
      <dgm:prSet/>
      <dgm:spPr/>
      <dgm:t>
        <a:bodyPr/>
        <a:lstStyle/>
        <a:p>
          <a:endParaRPr lang="en-US"/>
        </a:p>
      </dgm:t>
    </dgm:pt>
    <dgm:pt modelId="{10B46EF4-FE88-48BB-A78E-87B1B0BB66DB}">
      <dgm:prSet/>
      <dgm:spPr/>
      <dgm:t>
        <a:bodyPr/>
        <a:lstStyle/>
        <a:p>
          <a:r>
            <a:rPr lang="en-US"/>
            <a:t>imageio-ffmpeg==0.6.0 numpy</a:t>
          </a:r>
        </a:p>
      </dgm:t>
    </dgm:pt>
    <dgm:pt modelId="{AF25C9FC-AE72-44E1-9815-A6D2A7C1F087}" type="parTrans" cxnId="{A8474779-8148-4C09-A745-4599F0812695}">
      <dgm:prSet/>
      <dgm:spPr/>
      <dgm:t>
        <a:bodyPr/>
        <a:lstStyle/>
        <a:p>
          <a:endParaRPr lang="en-US"/>
        </a:p>
      </dgm:t>
    </dgm:pt>
    <dgm:pt modelId="{87747BBD-BA91-4C6F-9A6F-C7584E6F6EAC}" type="sibTrans" cxnId="{A8474779-8148-4C09-A745-4599F0812695}">
      <dgm:prSet/>
      <dgm:spPr/>
      <dgm:t>
        <a:bodyPr/>
        <a:lstStyle/>
        <a:p>
          <a:endParaRPr lang="en-US"/>
        </a:p>
      </dgm:t>
    </dgm:pt>
    <dgm:pt modelId="{63E6BB7A-4B66-4DE8-9F11-6307DFE72F3F}">
      <dgm:prSet/>
      <dgm:spPr/>
      <dgm:t>
        <a:bodyPr/>
        <a:lstStyle/>
        <a:p>
          <a:r>
            <a:rPr lang="en-US"/>
            <a:t>PyJWT==2.15.1</a:t>
          </a:r>
        </a:p>
      </dgm:t>
    </dgm:pt>
    <dgm:pt modelId="{A75AF58A-1A35-443D-BA75-0148D7E6F688}" type="parTrans" cxnId="{AD854F05-00EE-4A76-A898-38E317C83FED}">
      <dgm:prSet/>
      <dgm:spPr/>
      <dgm:t>
        <a:bodyPr/>
        <a:lstStyle/>
        <a:p>
          <a:endParaRPr lang="en-US"/>
        </a:p>
      </dgm:t>
    </dgm:pt>
    <dgm:pt modelId="{1BC51337-60A8-4849-AC77-200350F47554}" type="sibTrans" cxnId="{AD854F05-00EE-4A76-A898-38E317C83FED}">
      <dgm:prSet/>
      <dgm:spPr/>
      <dgm:t>
        <a:bodyPr/>
        <a:lstStyle/>
        <a:p>
          <a:endParaRPr lang="en-US"/>
        </a:p>
      </dgm:t>
    </dgm:pt>
    <dgm:pt modelId="{895AE4FC-B0B0-4CA8-AF7A-33A2D7144DFA}">
      <dgm:prSet/>
      <dgm:spPr/>
      <dgm:t>
        <a:bodyPr/>
        <a:lstStyle/>
        <a:p>
          <a:r>
            <a:rPr lang="en-US"/>
            <a:t>requests==2.34.2</a:t>
          </a:r>
        </a:p>
      </dgm:t>
    </dgm:pt>
    <dgm:pt modelId="{5F356B3F-A129-40D6-B7D7-C9EA1BC09A3B}" type="parTrans" cxnId="{88C16A25-3569-4430-9D9D-BF9B07ED5436}">
      <dgm:prSet/>
      <dgm:spPr/>
      <dgm:t>
        <a:bodyPr/>
        <a:lstStyle/>
        <a:p>
          <a:endParaRPr lang="en-US"/>
        </a:p>
      </dgm:t>
    </dgm:pt>
    <dgm:pt modelId="{03C62F2D-DC50-4945-8CB0-DF6D8852124D}" type="sibTrans" cxnId="{88C16A25-3569-4430-9D9D-BF9B07ED5436}">
      <dgm:prSet/>
      <dgm:spPr/>
      <dgm:t>
        <a:bodyPr/>
        <a:lstStyle/>
        <a:p>
          <a:endParaRPr lang="en-US"/>
        </a:p>
      </dgm:t>
    </dgm:pt>
    <dgm:pt modelId="{2968B017-DA9A-4771-9F09-7506BF4B774A}">
      <dgm:prSet/>
      <dgm:spPr/>
      <dgm:t>
        <a:bodyPr/>
        <a:lstStyle/>
        <a:p>
          <a:r>
            <a:rPr lang="en-US"/>
            <a:t>safetensors==0.8.0</a:t>
          </a:r>
        </a:p>
      </dgm:t>
    </dgm:pt>
    <dgm:pt modelId="{33866568-1302-4635-8050-3A134853E693}" type="parTrans" cxnId="{F1B5190E-B215-474F-A5C7-A06D3AF42965}">
      <dgm:prSet/>
      <dgm:spPr/>
      <dgm:t>
        <a:bodyPr/>
        <a:lstStyle/>
        <a:p>
          <a:endParaRPr lang="en-US"/>
        </a:p>
      </dgm:t>
    </dgm:pt>
    <dgm:pt modelId="{F8AD7D3E-655F-478F-A4D0-E9B239C5F5A1}" type="sibTrans" cxnId="{F1B5190E-B215-474F-A5C7-A06D3AF42965}">
      <dgm:prSet/>
      <dgm:spPr/>
      <dgm:t>
        <a:bodyPr/>
        <a:lstStyle/>
        <a:p>
          <a:endParaRPr lang="en-US"/>
        </a:p>
      </dgm:t>
    </dgm:pt>
    <dgm:pt modelId="{02058E2E-E3A5-4479-B6B3-E8DD2D7C02E2}">
      <dgm:prSet/>
      <dgm:spPr/>
      <dgm:t>
        <a:bodyPr/>
        <a:lstStyle/>
        <a:p>
          <a:r>
            <a:rPr lang="en-US"/>
            <a:t>sentence-transformers==6.2.0</a:t>
          </a:r>
        </a:p>
      </dgm:t>
    </dgm:pt>
    <dgm:pt modelId="{7C64D4FD-1402-47CC-91A9-1BF8400A3505}" type="parTrans" cxnId="{B60E8110-04C4-4544-B23F-F0EA84EB8B9F}">
      <dgm:prSet/>
      <dgm:spPr/>
      <dgm:t>
        <a:bodyPr/>
        <a:lstStyle/>
        <a:p>
          <a:endParaRPr lang="en-US"/>
        </a:p>
      </dgm:t>
    </dgm:pt>
    <dgm:pt modelId="{68848BC8-9408-441A-A5BD-A9EF1979A3F0}" type="sibTrans" cxnId="{B60E8110-04C4-4544-B23F-F0EA84EB8B9F}">
      <dgm:prSet/>
      <dgm:spPr/>
      <dgm:t>
        <a:bodyPr/>
        <a:lstStyle/>
        <a:p>
          <a:endParaRPr lang="en-US"/>
        </a:p>
      </dgm:t>
    </dgm:pt>
    <dgm:pt modelId="{40754525-2141-4E15-A07E-B9F88032D0DB}">
      <dgm:prSet/>
      <dgm:spPr/>
      <dgm:t>
        <a:bodyPr/>
        <a:lstStyle/>
        <a:p>
          <a:r>
            <a:rPr lang="en-US"/>
            <a:t>transformers==5.20.2</a:t>
          </a:r>
        </a:p>
      </dgm:t>
    </dgm:pt>
    <dgm:pt modelId="{D45F8A58-A401-4CDD-84FE-7EEBF7550F44}" type="parTrans" cxnId="{4B3EB75C-382F-436F-A472-61FFBACE0E96}">
      <dgm:prSet/>
      <dgm:spPr/>
      <dgm:t>
        <a:bodyPr/>
        <a:lstStyle/>
        <a:p>
          <a:endParaRPr lang="en-US"/>
        </a:p>
      </dgm:t>
    </dgm:pt>
    <dgm:pt modelId="{9F10C9B0-ED3D-4C6E-B455-DE625BD4CEFF}" type="sibTrans" cxnId="{4B3EB75C-382F-436F-A472-61FFBACE0E96}">
      <dgm:prSet/>
      <dgm:spPr/>
      <dgm:t>
        <a:bodyPr/>
        <a:lstStyle/>
        <a:p>
          <a:endParaRPr lang="en-US"/>
        </a:p>
      </dgm:t>
    </dgm:pt>
    <dgm:pt modelId="{54DFF2EB-33E3-4302-965A-E87773CE28E1}">
      <dgm:prSet/>
      <dgm:spPr/>
      <dgm:t>
        <a:bodyPr/>
        <a:lstStyle/>
        <a:p>
          <a:r>
            <a:rPr lang="en-US"/>
            <a:t>uvicorn==0.54.0</a:t>
          </a:r>
        </a:p>
      </dgm:t>
    </dgm:pt>
    <dgm:pt modelId="{9BB8BA27-C011-4E35-8F90-F50ACA60DC3A}" type="parTrans" cxnId="{A38E0BF5-6DB1-4964-9341-BDF40F6FA126}">
      <dgm:prSet/>
      <dgm:spPr/>
      <dgm:t>
        <a:bodyPr/>
        <a:lstStyle/>
        <a:p>
          <a:endParaRPr lang="en-US"/>
        </a:p>
      </dgm:t>
    </dgm:pt>
    <dgm:pt modelId="{F5C4EDA3-2AEE-4BB4-B13B-DF2FEEE4B0BA}" type="sibTrans" cxnId="{A38E0BF5-6DB1-4964-9341-BDF40F6FA126}">
      <dgm:prSet/>
      <dgm:spPr/>
      <dgm:t>
        <a:bodyPr/>
        <a:lstStyle/>
        <a:p>
          <a:endParaRPr lang="en-US"/>
        </a:p>
      </dgm:t>
    </dgm:pt>
    <dgm:pt modelId="{D0ADCBFA-A1A1-45B2-9707-0D691EA28D73}">
      <dgm:prSet/>
      <dgm:spPr/>
      <dgm:t>
        <a:bodyPr/>
        <a:lstStyle/>
        <a:p>
          <a:r>
            <a:rPr lang="en-US" dirty="0" err="1"/>
            <a:t>yt-dlp</a:t>
          </a:r>
          <a:r>
            <a:rPr lang="en-US" dirty="0"/>
            <a:t>==2026.10.21</a:t>
          </a:r>
        </a:p>
      </dgm:t>
    </dgm:pt>
    <dgm:pt modelId="{51BD80CC-4A42-4846-B2A9-BF8F6C2DCC13}" type="parTrans" cxnId="{71AEBCE4-3196-45B6-9E35-5902E76E5E3A}">
      <dgm:prSet/>
      <dgm:spPr/>
      <dgm:t>
        <a:bodyPr/>
        <a:lstStyle/>
        <a:p>
          <a:endParaRPr lang="en-US"/>
        </a:p>
      </dgm:t>
    </dgm:pt>
    <dgm:pt modelId="{602B4A88-4BE5-4DDB-BA1F-65EF4FBA9AC8}" type="sibTrans" cxnId="{71AEBCE4-3196-45B6-9E35-5902E76E5E3A}">
      <dgm:prSet/>
      <dgm:spPr/>
      <dgm:t>
        <a:bodyPr/>
        <a:lstStyle/>
        <a:p>
          <a:endParaRPr lang="en-US"/>
        </a:p>
      </dgm:t>
    </dgm:pt>
    <dgm:pt modelId="{0F4082EE-1CF6-4FBE-80AF-BE2BAB61CB14}" type="pres">
      <dgm:prSet presAssocID="{3B72BB90-8463-4817-AC10-08726DCAF947}" presName="diagram" presStyleCnt="0">
        <dgm:presLayoutVars>
          <dgm:dir/>
          <dgm:resizeHandles val="exact"/>
        </dgm:presLayoutVars>
      </dgm:prSet>
      <dgm:spPr/>
    </dgm:pt>
    <dgm:pt modelId="{352F309C-AC49-44FF-9F8E-379B0305E530}" type="pres">
      <dgm:prSet presAssocID="{578C42CC-C0DC-4809-86F0-0552AC35322B}" presName="node" presStyleLbl="node1" presStyleIdx="0" presStyleCnt="14">
        <dgm:presLayoutVars>
          <dgm:bulletEnabled val="1"/>
        </dgm:presLayoutVars>
      </dgm:prSet>
      <dgm:spPr/>
    </dgm:pt>
    <dgm:pt modelId="{AB3CFFDF-179E-416C-A962-65724412ECA6}" type="pres">
      <dgm:prSet presAssocID="{EC9A31EB-754E-4E0D-85A2-77E8C06BF936}" presName="sibTrans" presStyleCnt="0"/>
      <dgm:spPr/>
    </dgm:pt>
    <dgm:pt modelId="{A7259E71-39FD-4032-A72C-0ED25A697822}" type="pres">
      <dgm:prSet presAssocID="{4809A967-F02A-43B5-9BC0-B470217BA02F}" presName="node" presStyleLbl="node1" presStyleIdx="1" presStyleCnt="14">
        <dgm:presLayoutVars>
          <dgm:bulletEnabled val="1"/>
        </dgm:presLayoutVars>
      </dgm:prSet>
      <dgm:spPr/>
    </dgm:pt>
    <dgm:pt modelId="{AC3E2C8E-AE49-4D04-A9FE-FF6334E0E683}" type="pres">
      <dgm:prSet presAssocID="{72B83B5F-893D-49CB-8CBD-8112518833F6}" presName="sibTrans" presStyleCnt="0"/>
      <dgm:spPr/>
    </dgm:pt>
    <dgm:pt modelId="{60CA8C29-CE0E-46DC-9676-B7D525B56313}" type="pres">
      <dgm:prSet presAssocID="{94112E67-E2E3-439E-8620-4452A25D0E64}" presName="node" presStyleLbl="node1" presStyleIdx="2" presStyleCnt="14">
        <dgm:presLayoutVars>
          <dgm:bulletEnabled val="1"/>
        </dgm:presLayoutVars>
      </dgm:prSet>
      <dgm:spPr/>
    </dgm:pt>
    <dgm:pt modelId="{6CF05A14-41E5-47C7-982D-E041B56652BD}" type="pres">
      <dgm:prSet presAssocID="{C1D47BDC-BA83-4EBC-B4D0-F6F497D4ED66}" presName="sibTrans" presStyleCnt="0"/>
      <dgm:spPr/>
    </dgm:pt>
    <dgm:pt modelId="{C97EB8D0-7271-4C4A-B3CC-E61D0F6E0FBD}" type="pres">
      <dgm:prSet presAssocID="{756CDA00-46F6-4B07-9711-D129141FE661}" presName="node" presStyleLbl="node1" presStyleIdx="3" presStyleCnt="14">
        <dgm:presLayoutVars>
          <dgm:bulletEnabled val="1"/>
        </dgm:presLayoutVars>
      </dgm:prSet>
      <dgm:spPr/>
    </dgm:pt>
    <dgm:pt modelId="{2144F7D8-678F-4F74-B349-CE00B5BC3AD2}" type="pres">
      <dgm:prSet presAssocID="{43F6FD15-091D-4127-8A51-C4AD6FC2DEE6}" presName="sibTrans" presStyleCnt="0"/>
      <dgm:spPr/>
    </dgm:pt>
    <dgm:pt modelId="{EA34BC02-E104-47AC-8812-1BEC4AD6EA54}" type="pres">
      <dgm:prSet presAssocID="{DF1D77E4-295D-4CFA-BEBB-6B3F9B7DB527}" presName="node" presStyleLbl="node1" presStyleIdx="4" presStyleCnt="14">
        <dgm:presLayoutVars>
          <dgm:bulletEnabled val="1"/>
        </dgm:presLayoutVars>
      </dgm:prSet>
      <dgm:spPr/>
    </dgm:pt>
    <dgm:pt modelId="{42754C2F-F297-4D74-9FE9-EE7ED6791392}" type="pres">
      <dgm:prSet presAssocID="{480D7C7B-0490-4339-A8CA-D93DF47584C9}" presName="sibTrans" presStyleCnt="0"/>
      <dgm:spPr/>
    </dgm:pt>
    <dgm:pt modelId="{EEEFA629-41EB-44BC-80FD-8BAEB6B0C259}" type="pres">
      <dgm:prSet presAssocID="{A1C6BB81-D55D-4686-B7F1-5B8E5CF2026A}" presName="node" presStyleLbl="node1" presStyleIdx="5" presStyleCnt="14">
        <dgm:presLayoutVars>
          <dgm:bulletEnabled val="1"/>
        </dgm:presLayoutVars>
      </dgm:prSet>
      <dgm:spPr/>
    </dgm:pt>
    <dgm:pt modelId="{30286E40-FA13-46BE-9568-43E56434852A}" type="pres">
      <dgm:prSet presAssocID="{A49610A9-152D-4BE8-947B-3E5A3D6DC5E7}" presName="sibTrans" presStyleCnt="0"/>
      <dgm:spPr/>
    </dgm:pt>
    <dgm:pt modelId="{F4875B6F-D73B-48E8-9AA1-043F121A9317}" type="pres">
      <dgm:prSet presAssocID="{10B46EF4-FE88-48BB-A78E-87B1B0BB66DB}" presName="node" presStyleLbl="node1" presStyleIdx="6" presStyleCnt="14">
        <dgm:presLayoutVars>
          <dgm:bulletEnabled val="1"/>
        </dgm:presLayoutVars>
      </dgm:prSet>
      <dgm:spPr/>
    </dgm:pt>
    <dgm:pt modelId="{4E7E8C2F-DD0A-46FE-BBE7-094D8CEE7263}" type="pres">
      <dgm:prSet presAssocID="{87747BBD-BA91-4C6F-9A6F-C7584E6F6EAC}" presName="sibTrans" presStyleCnt="0"/>
      <dgm:spPr/>
    </dgm:pt>
    <dgm:pt modelId="{0ADBA8DC-5915-41C5-8C39-F2D5BF0A9FAD}" type="pres">
      <dgm:prSet presAssocID="{63E6BB7A-4B66-4DE8-9F11-6307DFE72F3F}" presName="node" presStyleLbl="node1" presStyleIdx="7" presStyleCnt="14">
        <dgm:presLayoutVars>
          <dgm:bulletEnabled val="1"/>
        </dgm:presLayoutVars>
      </dgm:prSet>
      <dgm:spPr/>
    </dgm:pt>
    <dgm:pt modelId="{D63A8A22-4AB0-4DBB-82DE-8652BAD47FA8}" type="pres">
      <dgm:prSet presAssocID="{1BC51337-60A8-4849-AC77-200350F47554}" presName="sibTrans" presStyleCnt="0"/>
      <dgm:spPr/>
    </dgm:pt>
    <dgm:pt modelId="{3D1770CF-9824-472F-A190-116637BD53AC}" type="pres">
      <dgm:prSet presAssocID="{895AE4FC-B0B0-4CA8-AF7A-33A2D7144DFA}" presName="node" presStyleLbl="node1" presStyleIdx="8" presStyleCnt="14">
        <dgm:presLayoutVars>
          <dgm:bulletEnabled val="1"/>
        </dgm:presLayoutVars>
      </dgm:prSet>
      <dgm:spPr/>
    </dgm:pt>
    <dgm:pt modelId="{4C96FF98-0BE8-4D80-B094-28EF45DD6EEA}" type="pres">
      <dgm:prSet presAssocID="{03C62F2D-DC50-4945-8CB0-DF6D8852124D}" presName="sibTrans" presStyleCnt="0"/>
      <dgm:spPr/>
    </dgm:pt>
    <dgm:pt modelId="{F9A0EB15-66DE-4047-8067-C9127092BE61}" type="pres">
      <dgm:prSet presAssocID="{2968B017-DA9A-4771-9F09-7506BF4B774A}" presName="node" presStyleLbl="node1" presStyleIdx="9" presStyleCnt="14">
        <dgm:presLayoutVars>
          <dgm:bulletEnabled val="1"/>
        </dgm:presLayoutVars>
      </dgm:prSet>
      <dgm:spPr/>
    </dgm:pt>
    <dgm:pt modelId="{FE575FD1-45C8-4D34-BC4F-8AB41826437A}" type="pres">
      <dgm:prSet presAssocID="{F8AD7D3E-655F-478F-A4D0-E9B239C5F5A1}" presName="sibTrans" presStyleCnt="0"/>
      <dgm:spPr/>
    </dgm:pt>
    <dgm:pt modelId="{F90E87D0-E580-41F4-AE5A-F4D918A7573D}" type="pres">
      <dgm:prSet presAssocID="{02058E2E-E3A5-4479-B6B3-E8DD2D7C02E2}" presName="node" presStyleLbl="node1" presStyleIdx="10" presStyleCnt="14">
        <dgm:presLayoutVars>
          <dgm:bulletEnabled val="1"/>
        </dgm:presLayoutVars>
      </dgm:prSet>
      <dgm:spPr/>
    </dgm:pt>
    <dgm:pt modelId="{3D8AD625-996D-4316-B089-2D171C73ECED}" type="pres">
      <dgm:prSet presAssocID="{68848BC8-9408-441A-A5BD-A9EF1979A3F0}" presName="sibTrans" presStyleCnt="0"/>
      <dgm:spPr/>
    </dgm:pt>
    <dgm:pt modelId="{A9BDFD1E-CA95-46D5-AD3A-A50EA62FB4ED}" type="pres">
      <dgm:prSet presAssocID="{40754525-2141-4E15-A07E-B9F88032D0DB}" presName="node" presStyleLbl="node1" presStyleIdx="11" presStyleCnt="14">
        <dgm:presLayoutVars>
          <dgm:bulletEnabled val="1"/>
        </dgm:presLayoutVars>
      </dgm:prSet>
      <dgm:spPr/>
    </dgm:pt>
    <dgm:pt modelId="{3D3293C3-2C72-4378-9155-F3F9AB2CDDB8}" type="pres">
      <dgm:prSet presAssocID="{9F10C9B0-ED3D-4C6E-B455-DE625BD4CEFF}" presName="sibTrans" presStyleCnt="0"/>
      <dgm:spPr/>
    </dgm:pt>
    <dgm:pt modelId="{0A7B7C6F-AD1F-452E-90BB-22889C505431}" type="pres">
      <dgm:prSet presAssocID="{54DFF2EB-33E3-4302-965A-E87773CE28E1}" presName="node" presStyleLbl="node1" presStyleIdx="12" presStyleCnt="14">
        <dgm:presLayoutVars>
          <dgm:bulletEnabled val="1"/>
        </dgm:presLayoutVars>
      </dgm:prSet>
      <dgm:spPr/>
    </dgm:pt>
    <dgm:pt modelId="{749D10A3-4C03-46C5-A8D3-558581EDE828}" type="pres">
      <dgm:prSet presAssocID="{F5C4EDA3-2AEE-4BB4-B13B-DF2FEEE4B0BA}" presName="sibTrans" presStyleCnt="0"/>
      <dgm:spPr/>
    </dgm:pt>
    <dgm:pt modelId="{9517EAB8-3C67-4B2D-947A-57995DD74509}" type="pres">
      <dgm:prSet presAssocID="{D0ADCBFA-A1A1-45B2-9707-0D691EA28D73}" presName="node" presStyleLbl="node1" presStyleIdx="13" presStyleCnt="14">
        <dgm:presLayoutVars>
          <dgm:bulletEnabled val="1"/>
        </dgm:presLayoutVars>
      </dgm:prSet>
      <dgm:spPr/>
    </dgm:pt>
  </dgm:ptLst>
  <dgm:cxnLst>
    <dgm:cxn modelId="{F0BCE003-DFED-4C5B-9C84-365C60218014}" type="presOf" srcId="{40754525-2141-4E15-A07E-B9F88032D0DB}" destId="{A9BDFD1E-CA95-46D5-AD3A-A50EA62FB4ED}" srcOrd="0" destOrd="0" presId="urn:microsoft.com/office/officeart/2005/8/layout/default"/>
    <dgm:cxn modelId="{AD854F05-00EE-4A76-A898-38E317C83FED}" srcId="{3B72BB90-8463-4817-AC10-08726DCAF947}" destId="{63E6BB7A-4B66-4DE8-9F11-6307DFE72F3F}" srcOrd="7" destOrd="0" parTransId="{A75AF58A-1A35-443D-BA75-0148D7E6F688}" sibTransId="{1BC51337-60A8-4849-AC77-200350F47554}"/>
    <dgm:cxn modelId="{F1B5190E-B215-474F-A5C7-A06D3AF42965}" srcId="{3B72BB90-8463-4817-AC10-08726DCAF947}" destId="{2968B017-DA9A-4771-9F09-7506BF4B774A}" srcOrd="9" destOrd="0" parTransId="{33866568-1302-4635-8050-3A134853E693}" sibTransId="{F8AD7D3E-655F-478F-A4D0-E9B239C5F5A1}"/>
    <dgm:cxn modelId="{B60E8110-04C4-4544-B23F-F0EA84EB8B9F}" srcId="{3B72BB90-8463-4817-AC10-08726DCAF947}" destId="{02058E2E-E3A5-4479-B6B3-E8DD2D7C02E2}" srcOrd="10" destOrd="0" parTransId="{7C64D4FD-1402-47CC-91A9-1BF8400A3505}" sibTransId="{68848BC8-9408-441A-A5BD-A9EF1979A3F0}"/>
    <dgm:cxn modelId="{88C16A25-3569-4430-9D9D-BF9B07ED5436}" srcId="{3B72BB90-8463-4817-AC10-08726DCAF947}" destId="{895AE4FC-B0B0-4CA8-AF7A-33A2D7144DFA}" srcOrd="8" destOrd="0" parTransId="{5F356B3F-A129-40D6-B7D7-C9EA1BC09A3B}" sibTransId="{03C62F2D-DC50-4945-8CB0-DF6D8852124D}"/>
    <dgm:cxn modelId="{72A3CD27-C98C-4434-86C6-E06E011462D7}" type="presOf" srcId="{4809A967-F02A-43B5-9BC0-B470217BA02F}" destId="{A7259E71-39FD-4032-A72C-0ED25A697822}" srcOrd="0" destOrd="0" presId="urn:microsoft.com/office/officeart/2005/8/layout/default"/>
    <dgm:cxn modelId="{20290B3B-D0EF-4BB1-9801-B8B905D3270E}" srcId="{3B72BB90-8463-4817-AC10-08726DCAF947}" destId="{756CDA00-46F6-4B07-9711-D129141FE661}" srcOrd="3" destOrd="0" parTransId="{E37A8703-E89B-4A87-82B9-2B2FB5171ADE}" sibTransId="{43F6FD15-091D-4127-8A51-C4AD6FC2DEE6}"/>
    <dgm:cxn modelId="{393F803B-936B-4EE6-BC7E-E45D6DE3F7C3}" type="presOf" srcId="{63E6BB7A-4B66-4DE8-9F11-6307DFE72F3F}" destId="{0ADBA8DC-5915-41C5-8C39-F2D5BF0A9FAD}" srcOrd="0" destOrd="0" presId="urn:microsoft.com/office/officeart/2005/8/layout/default"/>
    <dgm:cxn modelId="{4B3EB75C-382F-436F-A472-61FFBACE0E96}" srcId="{3B72BB90-8463-4817-AC10-08726DCAF947}" destId="{40754525-2141-4E15-A07E-B9F88032D0DB}" srcOrd="11" destOrd="0" parTransId="{D45F8A58-A401-4CDD-84FE-7EEBF7550F44}" sibTransId="{9F10C9B0-ED3D-4C6E-B455-DE625BD4CEFF}"/>
    <dgm:cxn modelId="{2C272966-6FEE-412F-A7F4-6CAEA90433DB}" srcId="{3B72BB90-8463-4817-AC10-08726DCAF947}" destId="{4809A967-F02A-43B5-9BC0-B470217BA02F}" srcOrd="1" destOrd="0" parTransId="{D170CA5B-6435-4875-B447-E1F60D627533}" sibTransId="{72B83B5F-893D-49CB-8CBD-8112518833F6}"/>
    <dgm:cxn modelId="{5E487052-C653-476C-9295-E7099E7618D5}" type="presOf" srcId="{54DFF2EB-33E3-4302-965A-E87773CE28E1}" destId="{0A7B7C6F-AD1F-452E-90BB-22889C505431}" srcOrd="0" destOrd="0" presId="urn:microsoft.com/office/officeart/2005/8/layout/default"/>
    <dgm:cxn modelId="{688FB356-7AFE-4DD1-A209-E4AAD8523942}" type="presOf" srcId="{94112E67-E2E3-439E-8620-4452A25D0E64}" destId="{60CA8C29-CE0E-46DC-9676-B7D525B56313}" srcOrd="0" destOrd="0" presId="urn:microsoft.com/office/officeart/2005/8/layout/default"/>
    <dgm:cxn modelId="{215B2458-4F8E-411B-B5D6-10A9878644DE}" type="presOf" srcId="{756CDA00-46F6-4B07-9711-D129141FE661}" destId="{C97EB8D0-7271-4C4A-B3CC-E61D0F6E0FBD}" srcOrd="0" destOrd="0" presId="urn:microsoft.com/office/officeart/2005/8/layout/default"/>
    <dgm:cxn modelId="{A8474779-8148-4C09-A745-4599F0812695}" srcId="{3B72BB90-8463-4817-AC10-08726DCAF947}" destId="{10B46EF4-FE88-48BB-A78E-87B1B0BB66DB}" srcOrd="6" destOrd="0" parTransId="{AF25C9FC-AE72-44E1-9815-A6D2A7C1F087}" sibTransId="{87747BBD-BA91-4C6F-9A6F-C7584E6F6EAC}"/>
    <dgm:cxn modelId="{A678648F-0AC3-4A88-873A-ECCE23EE1A49}" type="presOf" srcId="{895AE4FC-B0B0-4CA8-AF7A-33A2D7144DFA}" destId="{3D1770CF-9824-472F-A190-116637BD53AC}" srcOrd="0" destOrd="0" presId="urn:microsoft.com/office/officeart/2005/8/layout/default"/>
    <dgm:cxn modelId="{4964DF9C-3FF7-4760-A889-71252EF0AF24}" type="presOf" srcId="{02058E2E-E3A5-4479-B6B3-E8DD2D7C02E2}" destId="{F90E87D0-E580-41F4-AE5A-F4D918A7573D}" srcOrd="0" destOrd="0" presId="urn:microsoft.com/office/officeart/2005/8/layout/default"/>
    <dgm:cxn modelId="{FBB14EA3-4C59-4FB6-92BA-1A609B5A854F}" srcId="{3B72BB90-8463-4817-AC10-08726DCAF947}" destId="{94112E67-E2E3-439E-8620-4452A25D0E64}" srcOrd="2" destOrd="0" parTransId="{E1AF8F5C-F995-42D3-AFC5-1697C75F1F13}" sibTransId="{C1D47BDC-BA83-4EBC-B4D0-F6F497D4ED66}"/>
    <dgm:cxn modelId="{F56DAAA5-B0C0-4B04-8573-3971EF6CB198}" srcId="{3B72BB90-8463-4817-AC10-08726DCAF947}" destId="{DF1D77E4-295D-4CFA-BEBB-6B3F9B7DB527}" srcOrd="4" destOrd="0" parTransId="{16C7D029-49E4-40C0-86B2-A7C8B2F9AFE5}" sibTransId="{480D7C7B-0490-4339-A8CA-D93DF47584C9}"/>
    <dgm:cxn modelId="{CF33B7A6-6BDE-4ABE-814F-35F6CB54BE0B}" type="presOf" srcId="{A1C6BB81-D55D-4686-B7F1-5B8E5CF2026A}" destId="{EEEFA629-41EB-44BC-80FD-8BAEB6B0C259}" srcOrd="0" destOrd="0" presId="urn:microsoft.com/office/officeart/2005/8/layout/default"/>
    <dgm:cxn modelId="{E99CAEAB-7858-430D-8B34-2479F713B34A}" srcId="{3B72BB90-8463-4817-AC10-08726DCAF947}" destId="{578C42CC-C0DC-4809-86F0-0552AC35322B}" srcOrd="0" destOrd="0" parTransId="{3F283D48-61D0-48EC-BF8F-FF909EFE60D0}" sibTransId="{EC9A31EB-754E-4E0D-85A2-77E8C06BF936}"/>
    <dgm:cxn modelId="{DA7A8ADD-6D51-4A18-B63C-9E881C3EB8C4}" srcId="{3B72BB90-8463-4817-AC10-08726DCAF947}" destId="{A1C6BB81-D55D-4686-B7F1-5B8E5CF2026A}" srcOrd="5" destOrd="0" parTransId="{34C70EB0-D6E3-4357-B9B7-A83B148577EE}" sibTransId="{A49610A9-152D-4BE8-947B-3E5A3D6DC5E7}"/>
    <dgm:cxn modelId="{FCDCF1DD-FCA6-4FB9-9E3C-4FDB38C0DE69}" type="presOf" srcId="{578C42CC-C0DC-4809-86F0-0552AC35322B}" destId="{352F309C-AC49-44FF-9F8E-379B0305E530}" srcOrd="0" destOrd="0" presId="urn:microsoft.com/office/officeart/2005/8/layout/default"/>
    <dgm:cxn modelId="{09E02CE1-C1B9-4A6B-95BE-C86BC857A916}" type="presOf" srcId="{3B72BB90-8463-4817-AC10-08726DCAF947}" destId="{0F4082EE-1CF6-4FBE-80AF-BE2BAB61CB14}" srcOrd="0" destOrd="0" presId="urn:microsoft.com/office/officeart/2005/8/layout/default"/>
    <dgm:cxn modelId="{71AEBCE4-3196-45B6-9E35-5902E76E5E3A}" srcId="{3B72BB90-8463-4817-AC10-08726DCAF947}" destId="{D0ADCBFA-A1A1-45B2-9707-0D691EA28D73}" srcOrd="13" destOrd="0" parTransId="{51BD80CC-4A42-4846-B2A9-BF8F6C2DCC13}" sibTransId="{602B4A88-4BE5-4DDB-BA1F-65EF4FBA9AC8}"/>
    <dgm:cxn modelId="{321D39E6-E8EC-4F31-8B64-A3D977190A7C}" type="presOf" srcId="{2968B017-DA9A-4771-9F09-7506BF4B774A}" destId="{F9A0EB15-66DE-4047-8067-C9127092BE61}" srcOrd="0" destOrd="0" presId="urn:microsoft.com/office/officeart/2005/8/layout/default"/>
    <dgm:cxn modelId="{86B0CCEE-CD62-4198-82D3-36EEA1891AAD}" type="presOf" srcId="{10B46EF4-FE88-48BB-A78E-87B1B0BB66DB}" destId="{F4875B6F-D73B-48E8-9AA1-043F121A9317}" srcOrd="0" destOrd="0" presId="urn:microsoft.com/office/officeart/2005/8/layout/default"/>
    <dgm:cxn modelId="{FB6EFFEE-6EFB-4B9C-BB10-8E456E263A95}" type="presOf" srcId="{D0ADCBFA-A1A1-45B2-9707-0D691EA28D73}" destId="{9517EAB8-3C67-4B2D-947A-57995DD74509}" srcOrd="0" destOrd="0" presId="urn:microsoft.com/office/officeart/2005/8/layout/default"/>
    <dgm:cxn modelId="{403399F3-B937-418E-B682-33D21D139ACB}" type="presOf" srcId="{DF1D77E4-295D-4CFA-BEBB-6B3F9B7DB527}" destId="{EA34BC02-E104-47AC-8812-1BEC4AD6EA54}" srcOrd="0" destOrd="0" presId="urn:microsoft.com/office/officeart/2005/8/layout/default"/>
    <dgm:cxn modelId="{A38E0BF5-6DB1-4964-9341-BDF40F6FA126}" srcId="{3B72BB90-8463-4817-AC10-08726DCAF947}" destId="{54DFF2EB-33E3-4302-965A-E87773CE28E1}" srcOrd="12" destOrd="0" parTransId="{9BB8BA27-C011-4E35-8F90-F50ACA60DC3A}" sibTransId="{F5C4EDA3-2AEE-4BB4-B13B-DF2FEEE4B0BA}"/>
    <dgm:cxn modelId="{48121FD3-11DE-4C29-9B27-C64F9C320A9D}" type="presParOf" srcId="{0F4082EE-1CF6-4FBE-80AF-BE2BAB61CB14}" destId="{352F309C-AC49-44FF-9F8E-379B0305E530}" srcOrd="0" destOrd="0" presId="urn:microsoft.com/office/officeart/2005/8/layout/default"/>
    <dgm:cxn modelId="{306AD2A0-89D8-41F9-A637-1320D7A204B6}" type="presParOf" srcId="{0F4082EE-1CF6-4FBE-80AF-BE2BAB61CB14}" destId="{AB3CFFDF-179E-416C-A962-65724412ECA6}" srcOrd="1" destOrd="0" presId="urn:microsoft.com/office/officeart/2005/8/layout/default"/>
    <dgm:cxn modelId="{4D6A62BA-4B50-49CE-BA39-BBAB195F2789}" type="presParOf" srcId="{0F4082EE-1CF6-4FBE-80AF-BE2BAB61CB14}" destId="{A7259E71-39FD-4032-A72C-0ED25A697822}" srcOrd="2" destOrd="0" presId="urn:microsoft.com/office/officeart/2005/8/layout/default"/>
    <dgm:cxn modelId="{4C493FD0-F6BC-4B70-81C6-DA051CC7BE28}" type="presParOf" srcId="{0F4082EE-1CF6-4FBE-80AF-BE2BAB61CB14}" destId="{AC3E2C8E-AE49-4D04-A9FE-FF6334E0E683}" srcOrd="3" destOrd="0" presId="urn:microsoft.com/office/officeart/2005/8/layout/default"/>
    <dgm:cxn modelId="{258AE7F5-3275-400D-8589-7C2FC6F7855B}" type="presParOf" srcId="{0F4082EE-1CF6-4FBE-80AF-BE2BAB61CB14}" destId="{60CA8C29-CE0E-46DC-9676-B7D525B56313}" srcOrd="4" destOrd="0" presId="urn:microsoft.com/office/officeart/2005/8/layout/default"/>
    <dgm:cxn modelId="{E039ABE3-5F36-4369-9578-DBF32B02F7C4}" type="presParOf" srcId="{0F4082EE-1CF6-4FBE-80AF-BE2BAB61CB14}" destId="{6CF05A14-41E5-47C7-982D-E041B56652BD}" srcOrd="5" destOrd="0" presId="urn:microsoft.com/office/officeart/2005/8/layout/default"/>
    <dgm:cxn modelId="{72CA5EF5-E0E7-41D0-B56C-AB1DBE307D40}" type="presParOf" srcId="{0F4082EE-1CF6-4FBE-80AF-BE2BAB61CB14}" destId="{C97EB8D0-7271-4C4A-B3CC-E61D0F6E0FBD}" srcOrd="6" destOrd="0" presId="urn:microsoft.com/office/officeart/2005/8/layout/default"/>
    <dgm:cxn modelId="{3CD167F8-3A42-4DCC-A6C5-4A37C96908AD}" type="presParOf" srcId="{0F4082EE-1CF6-4FBE-80AF-BE2BAB61CB14}" destId="{2144F7D8-678F-4F74-B349-CE00B5BC3AD2}" srcOrd="7" destOrd="0" presId="urn:microsoft.com/office/officeart/2005/8/layout/default"/>
    <dgm:cxn modelId="{E3D1C714-748C-4C5D-9DB3-032B271FB6BB}" type="presParOf" srcId="{0F4082EE-1CF6-4FBE-80AF-BE2BAB61CB14}" destId="{EA34BC02-E104-47AC-8812-1BEC4AD6EA54}" srcOrd="8" destOrd="0" presId="urn:microsoft.com/office/officeart/2005/8/layout/default"/>
    <dgm:cxn modelId="{05963765-53E7-4409-80A0-5C0A5DF8EBC3}" type="presParOf" srcId="{0F4082EE-1CF6-4FBE-80AF-BE2BAB61CB14}" destId="{42754C2F-F297-4D74-9FE9-EE7ED6791392}" srcOrd="9" destOrd="0" presId="urn:microsoft.com/office/officeart/2005/8/layout/default"/>
    <dgm:cxn modelId="{F555C458-1C26-450E-8026-86148DF77E18}" type="presParOf" srcId="{0F4082EE-1CF6-4FBE-80AF-BE2BAB61CB14}" destId="{EEEFA629-41EB-44BC-80FD-8BAEB6B0C259}" srcOrd="10" destOrd="0" presId="urn:microsoft.com/office/officeart/2005/8/layout/default"/>
    <dgm:cxn modelId="{35B22883-29A8-4FAE-9EA5-D22C8F1C3769}" type="presParOf" srcId="{0F4082EE-1CF6-4FBE-80AF-BE2BAB61CB14}" destId="{30286E40-FA13-46BE-9568-43E56434852A}" srcOrd="11" destOrd="0" presId="urn:microsoft.com/office/officeart/2005/8/layout/default"/>
    <dgm:cxn modelId="{E2CEE292-4704-4BF0-875B-F39DD6FCF490}" type="presParOf" srcId="{0F4082EE-1CF6-4FBE-80AF-BE2BAB61CB14}" destId="{F4875B6F-D73B-48E8-9AA1-043F121A9317}" srcOrd="12" destOrd="0" presId="urn:microsoft.com/office/officeart/2005/8/layout/default"/>
    <dgm:cxn modelId="{988B1461-7A74-4E01-AE2F-BA0C596E555D}" type="presParOf" srcId="{0F4082EE-1CF6-4FBE-80AF-BE2BAB61CB14}" destId="{4E7E8C2F-DD0A-46FE-BBE7-094D8CEE7263}" srcOrd="13" destOrd="0" presId="urn:microsoft.com/office/officeart/2005/8/layout/default"/>
    <dgm:cxn modelId="{A3BDA091-06C5-4EEA-B9B0-A4DFDEB2210C}" type="presParOf" srcId="{0F4082EE-1CF6-4FBE-80AF-BE2BAB61CB14}" destId="{0ADBA8DC-5915-41C5-8C39-F2D5BF0A9FAD}" srcOrd="14" destOrd="0" presId="urn:microsoft.com/office/officeart/2005/8/layout/default"/>
    <dgm:cxn modelId="{B4B5B422-8692-4927-8527-33A23E3C38AD}" type="presParOf" srcId="{0F4082EE-1CF6-4FBE-80AF-BE2BAB61CB14}" destId="{D63A8A22-4AB0-4DBB-82DE-8652BAD47FA8}" srcOrd="15" destOrd="0" presId="urn:microsoft.com/office/officeart/2005/8/layout/default"/>
    <dgm:cxn modelId="{2779692B-4FBA-4601-9D5F-AEAA13A21343}" type="presParOf" srcId="{0F4082EE-1CF6-4FBE-80AF-BE2BAB61CB14}" destId="{3D1770CF-9824-472F-A190-116637BD53AC}" srcOrd="16" destOrd="0" presId="urn:microsoft.com/office/officeart/2005/8/layout/default"/>
    <dgm:cxn modelId="{423CD9B0-C122-4CAD-B731-7E9E62AB7104}" type="presParOf" srcId="{0F4082EE-1CF6-4FBE-80AF-BE2BAB61CB14}" destId="{4C96FF98-0BE8-4D80-B094-28EF45DD6EEA}" srcOrd="17" destOrd="0" presId="urn:microsoft.com/office/officeart/2005/8/layout/default"/>
    <dgm:cxn modelId="{578882E1-694E-47F9-A17A-068FD2838926}" type="presParOf" srcId="{0F4082EE-1CF6-4FBE-80AF-BE2BAB61CB14}" destId="{F9A0EB15-66DE-4047-8067-C9127092BE61}" srcOrd="18" destOrd="0" presId="urn:microsoft.com/office/officeart/2005/8/layout/default"/>
    <dgm:cxn modelId="{AE076241-249B-4F12-9126-3D995FFB8B1C}" type="presParOf" srcId="{0F4082EE-1CF6-4FBE-80AF-BE2BAB61CB14}" destId="{FE575FD1-45C8-4D34-BC4F-8AB41826437A}" srcOrd="19" destOrd="0" presId="urn:microsoft.com/office/officeart/2005/8/layout/default"/>
    <dgm:cxn modelId="{5659CEC3-E027-45A4-A485-1F78639EDF09}" type="presParOf" srcId="{0F4082EE-1CF6-4FBE-80AF-BE2BAB61CB14}" destId="{F90E87D0-E580-41F4-AE5A-F4D918A7573D}" srcOrd="20" destOrd="0" presId="urn:microsoft.com/office/officeart/2005/8/layout/default"/>
    <dgm:cxn modelId="{ECF8C6DA-3668-4DCF-8A6A-3FE211D847E1}" type="presParOf" srcId="{0F4082EE-1CF6-4FBE-80AF-BE2BAB61CB14}" destId="{3D8AD625-996D-4316-B089-2D171C73ECED}" srcOrd="21" destOrd="0" presId="urn:microsoft.com/office/officeart/2005/8/layout/default"/>
    <dgm:cxn modelId="{A27D36B7-67C7-4EF3-89E1-452E71D0410D}" type="presParOf" srcId="{0F4082EE-1CF6-4FBE-80AF-BE2BAB61CB14}" destId="{A9BDFD1E-CA95-46D5-AD3A-A50EA62FB4ED}" srcOrd="22" destOrd="0" presId="urn:microsoft.com/office/officeart/2005/8/layout/default"/>
    <dgm:cxn modelId="{6275CDF1-648C-4E73-A163-42DF3D5ECD46}" type="presParOf" srcId="{0F4082EE-1CF6-4FBE-80AF-BE2BAB61CB14}" destId="{3D3293C3-2C72-4378-9155-F3F9AB2CDDB8}" srcOrd="23" destOrd="0" presId="urn:microsoft.com/office/officeart/2005/8/layout/default"/>
    <dgm:cxn modelId="{49E85BA9-10C9-430C-9EE8-C93893415CCD}" type="presParOf" srcId="{0F4082EE-1CF6-4FBE-80AF-BE2BAB61CB14}" destId="{0A7B7C6F-AD1F-452E-90BB-22889C505431}" srcOrd="24" destOrd="0" presId="urn:microsoft.com/office/officeart/2005/8/layout/default"/>
    <dgm:cxn modelId="{CA3D9A0E-823A-4EEB-946E-0377F053EAE4}" type="presParOf" srcId="{0F4082EE-1CF6-4FBE-80AF-BE2BAB61CB14}" destId="{749D10A3-4C03-46C5-A8D3-558581EDE828}" srcOrd="25" destOrd="0" presId="urn:microsoft.com/office/officeart/2005/8/layout/default"/>
    <dgm:cxn modelId="{ACAD3AA4-3A83-4557-B3A9-6934784FE94B}" type="presParOf" srcId="{0F4082EE-1CF6-4FBE-80AF-BE2BAB61CB14}" destId="{9517EAB8-3C67-4B2D-947A-57995DD74509}" srcOrd="2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2F309C-AC49-44FF-9F8E-379B0305E530}">
      <dsp:nvSpPr>
        <dsp:cNvPr id="0" name=""/>
        <dsp:cNvSpPr/>
      </dsp:nvSpPr>
      <dsp:spPr>
        <a:xfrm>
          <a:off x="3846" y="36114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Html+CSS</a:t>
          </a:r>
          <a:r>
            <a:rPr lang="ru-RU" sz="1500" kern="1200"/>
            <a:t> </a:t>
          </a:r>
          <a:endParaRPr lang="en-US" sz="1500" kern="1200"/>
        </a:p>
      </dsp:txBody>
      <dsp:txXfrm>
        <a:off x="3846" y="361146"/>
        <a:ext cx="2082757" cy="1249654"/>
      </dsp:txXfrm>
    </dsp:sp>
    <dsp:sp modelId="{A7259E71-39FD-4032-A72C-0ED25A697822}">
      <dsp:nvSpPr>
        <dsp:cNvPr id="0" name=""/>
        <dsp:cNvSpPr/>
      </dsp:nvSpPr>
      <dsp:spPr>
        <a:xfrm>
          <a:off x="2294879" y="36114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Java-Script</a:t>
          </a:r>
        </a:p>
      </dsp:txBody>
      <dsp:txXfrm>
        <a:off x="2294879" y="361146"/>
        <a:ext cx="2082757" cy="1249654"/>
      </dsp:txXfrm>
    </dsp:sp>
    <dsp:sp modelId="{60CA8C29-CE0E-46DC-9676-B7D525B56313}">
      <dsp:nvSpPr>
        <dsp:cNvPr id="0" name=""/>
        <dsp:cNvSpPr/>
      </dsp:nvSpPr>
      <dsp:spPr>
        <a:xfrm>
          <a:off x="4585912" y="36114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Python</a:t>
          </a:r>
          <a:r>
            <a:rPr lang="ru-RU" sz="1500" kern="1200"/>
            <a:t> 3.12</a:t>
          </a:r>
          <a:endParaRPr lang="en-US" sz="1500" kern="1200"/>
        </a:p>
      </dsp:txBody>
      <dsp:txXfrm>
        <a:off x="4585912" y="361146"/>
        <a:ext cx="2082757" cy="1249654"/>
      </dsp:txXfrm>
    </dsp:sp>
    <dsp:sp modelId="{C97EB8D0-7271-4C4A-B3CC-E61D0F6E0FBD}">
      <dsp:nvSpPr>
        <dsp:cNvPr id="0" name=""/>
        <dsp:cNvSpPr/>
      </dsp:nvSpPr>
      <dsp:spPr>
        <a:xfrm>
          <a:off x="6876945" y="36114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sqlite</a:t>
          </a:r>
        </a:p>
      </dsp:txBody>
      <dsp:txXfrm>
        <a:off x="6876945" y="361146"/>
        <a:ext cx="2082757" cy="1249654"/>
      </dsp:txXfrm>
    </dsp:sp>
    <dsp:sp modelId="{EA34BC02-E104-47AC-8812-1BEC4AD6EA54}">
      <dsp:nvSpPr>
        <dsp:cNvPr id="0" name=""/>
        <dsp:cNvSpPr/>
      </dsp:nvSpPr>
      <dsp:spPr>
        <a:xfrm>
          <a:off x="9167978" y="36114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fastapi==0.149.0</a:t>
          </a:r>
        </a:p>
      </dsp:txBody>
      <dsp:txXfrm>
        <a:off x="9167978" y="361146"/>
        <a:ext cx="2082757" cy="1249654"/>
      </dsp:txXfrm>
    </dsp:sp>
    <dsp:sp modelId="{EEEFA629-41EB-44BC-80FD-8BAEB6B0C259}">
      <dsp:nvSpPr>
        <dsp:cNvPr id="0" name=""/>
        <dsp:cNvSpPr/>
      </dsp:nvSpPr>
      <dsp:spPr>
        <a:xfrm>
          <a:off x="3846" y="181907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faster-whisper==1.2.1</a:t>
          </a:r>
        </a:p>
      </dsp:txBody>
      <dsp:txXfrm>
        <a:off x="3846" y="1819076"/>
        <a:ext cx="2082757" cy="1249654"/>
      </dsp:txXfrm>
    </dsp:sp>
    <dsp:sp modelId="{F4875B6F-D73B-48E8-9AA1-043F121A9317}">
      <dsp:nvSpPr>
        <dsp:cNvPr id="0" name=""/>
        <dsp:cNvSpPr/>
      </dsp:nvSpPr>
      <dsp:spPr>
        <a:xfrm>
          <a:off x="2294879" y="181907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imageio-ffmpeg==0.6.0 numpy</a:t>
          </a:r>
        </a:p>
      </dsp:txBody>
      <dsp:txXfrm>
        <a:off x="2294879" y="1819076"/>
        <a:ext cx="2082757" cy="1249654"/>
      </dsp:txXfrm>
    </dsp:sp>
    <dsp:sp modelId="{0ADBA8DC-5915-41C5-8C39-F2D5BF0A9FAD}">
      <dsp:nvSpPr>
        <dsp:cNvPr id="0" name=""/>
        <dsp:cNvSpPr/>
      </dsp:nvSpPr>
      <dsp:spPr>
        <a:xfrm>
          <a:off x="4585912" y="181907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PyJWT==2.15.1</a:t>
          </a:r>
        </a:p>
      </dsp:txBody>
      <dsp:txXfrm>
        <a:off x="4585912" y="1819076"/>
        <a:ext cx="2082757" cy="1249654"/>
      </dsp:txXfrm>
    </dsp:sp>
    <dsp:sp modelId="{3D1770CF-9824-472F-A190-116637BD53AC}">
      <dsp:nvSpPr>
        <dsp:cNvPr id="0" name=""/>
        <dsp:cNvSpPr/>
      </dsp:nvSpPr>
      <dsp:spPr>
        <a:xfrm>
          <a:off x="6876945" y="181907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requests==2.34.2</a:t>
          </a:r>
        </a:p>
      </dsp:txBody>
      <dsp:txXfrm>
        <a:off x="6876945" y="1819076"/>
        <a:ext cx="2082757" cy="1249654"/>
      </dsp:txXfrm>
    </dsp:sp>
    <dsp:sp modelId="{F9A0EB15-66DE-4047-8067-C9127092BE61}">
      <dsp:nvSpPr>
        <dsp:cNvPr id="0" name=""/>
        <dsp:cNvSpPr/>
      </dsp:nvSpPr>
      <dsp:spPr>
        <a:xfrm>
          <a:off x="9167978" y="181907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safetensors==0.8.0</a:t>
          </a:r>
        </a:p>
      </dsp:txBody>
      <dsp:txXfrm>
        <a:off x="9167978" y="1819076"/>
        <a:ext cx="2082757" cy="1249654"/>
      </dsp:txXfrm>
    </dsp:sp>
    <dsp:sp modelId="{F90E87D0-E580-41F4-AE5A-F4D918A7573D}">
      <dsp:nvSpPr>
        <dsp:cNvPr id="0" name=""/>
        <dsp:cNvSpPr/>
      </dsp:nvSpPr>
      <dsp:spPr>
        <a:xfrm>
          <a:off x="1149363" y="327700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sentence-transformers==6.2.0</a:t>
          </a:r>
        </a:p>
      </dsp:txBody>
      <dsp:txXfrm>
        <a:off x="1149363" y="3277006"/>
        <a:ext cx="2082757" cy="1249654"/>
      </dsp:txXfrm>
    </dsp:sp>
    <dsp:sp modelId="{A9BDFD1E-CA95-46D5-AD3A-A50EA62FB4ED}">
      <dsp:nvSpPr>
        <dsp:cNvPr id="0" name=""/>
        <dsp:cNvSpPr/>
      </dsp:nvSpPr>
      <dsp:spPr>
        <a:xfrm>
          <a:off x="3440396" y="327700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transformers==5.20.2</a:t>
          </a:r>
        </a:p>
      </dsp:txBody>
      <dsp:txXfrm>
        <a:off x="3440396" y="3277006"/>
        <a:ext cx="2082757" cy="1249654"/>
      </dsp:txXfrm>
    </dsp:sp>
    <dsp:sp modelId="{0A7B7C6F-AD1F-452E-90BB-22889C505431}">
      <dsp:nvSpPr>
        <dsp:cNvPr id="0" name=""/>
        <dsp:cNvSpPr/>
      </dsp:nvSpPr>
      <dsp:spPr>
        <a:xfrm>
          <a:off x="5731429" y="327700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uvicorn==0.54.0</a:t>
          </a:r>
        </a:p>
      </dsp:txBody>
      <dsp:txXfrm>
        <a:off x="5731429" y="3277006"/>
        <a:ext cx="2082757" cy="1249654"/>
      </dsp:txXfrm>
    </dsp:sp>
    <dsp:sp modelId="{9517EAB8-3C67-4B2D-947A-57995DD74509}">
      <dsp:nvSpPr>
        <dsp:cNvPr id="0" name=""/>
        <dsp:cNvSpPr/>
      </dsp:nvSpPr>
      <dsp:spPr>
        <a:xfrm>
          <a:off x="8022462" y="3277006"/>
          <a:ext cx="2082757" cy="12496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yt-dlp</a:t>
          </a:r>
          <a:r>
            <a:rPr lang="en-US" sz="1500" kern="1200" dirty="0"/>
            <a:t>==2026.10.21</a:t>
          </a:r>
        </a:p>
      </dsp:txBody>
      <dsp:txXfrm>
        <a:off x="8022462" y="3277006"/>
        <a:ext cx="2082757" cy="124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532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576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379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41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05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1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55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715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3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04918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4396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32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550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34665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948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64936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346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773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620288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54231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7203875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61093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077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929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1526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1974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632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70A51211-3905-4370-81F6-AAF222AB0A0F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909C48C-EFAF-4B4E-916A-82D94EF64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9332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E215-C9E9-BC06-B0EB-A511C6A20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Лекционер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83209-D396-EBDB-86C8-0A526EADB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worldwide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93339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EA68E-D9EB-1D9F-979C-4DA6C781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и актуальность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9B2A6-67EF-156C-23DD-D4883414C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Зачастую для понимания материала не хватает того, что дал преподаватель, и приходится самостоятельно изучать его дополнительно, при этом самостоятельно искать источники и всё остальное. Это занимает очень много времени. </a:t>
            </a:r>
          </a:p>
          <a:p>
            <a:r>
              <a:rPr lang="ru-RU" sz="2800" dirty="0"/>
              <a:t>Актуальность проекта заключается в том, что сейчас нейросети уже помогают с этим, но наш проект ещё сильнее увеличивает эффективность изучения материала.</a:t>
            </a:r>
          </a:p>
        </p:txBody>
      </p:sp>
    </p:spTree>
    <p:extLst>
      <p:ext uri="{BB962C8B-B14F-4D97-AF65-F5344CB8AC3E}">
        <p14:creationId xmlns:p14="http://schemas.microsoft.com/office/powerpoint/2010/main" val="913123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7827-EC2F-3984-3BA4-20DBC903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>
            <a:normAutofit/>
          </a:bodyPr>
          <a:lstStyle/>
          <a:p>
            <a:r>
              <a:rPr lang="ru-RU" sz="6100"/>
              <a:t>Предлагаемое решение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A5161-9903-344B-2767-CE8C9B1D9D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>
            <a:normAutofit/>
          </a:bodyPr>
          <a:lstStyle/>
          <a:p>
            <a:r>
              <a:rPr lang="ru-RU" sz="2800" dirty="0"/>
              <a:t>Веб-сайт, который позволяет создавать конспекты по загружаемым видео, позволяет искать по тексту видео, давать ответы на вопросы с указанием таймкодов</a:t>
            </a:r>
          </a:p>
        </p:txBody>
      </p:sp>
    </p:spTree>
    <p:extLst>
      <p:ext uri="{BB962C8B-B14F-4D97-AF65-F5344CB8AC3E}">
        <p14:creationId xmlns:p14="http://schemas.microsoft.com/office/powerpoint/2010/main" val="1354310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EB1F-18A0-8363-435F-FD54BFAF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</p:spPr>
        <p:txBody>
          <a:bodyPr>
            <a:normAutofit/>
          </a:bodyPr>
          <a:lstStyle/>
          <a:p>
            <a:r>
              <a:rPr lang="ru-RU" dirty="0"/>
              <a:t>Техническая реализация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EF52A8A-124F-722D-CDD4-AEAD49C1B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9511970"/>
              </p:ext>
            </p:extLst>
          </p:nvPr>
        </p:nvGraphicFramePr>
        <p:xfrm>
          <a:off x="429417" y="1551093"/>
          <a:ext cx="11254583" cy="4887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6359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744AC-E370-32A9-06A9-9D71112E8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01" y="1414030"/>
            <a:ext cx="6433266" cy="1962149"/>
          </a:xfrm>
        </p:spPr>
        <p:txBody>
          <a:bodyPr>
            <a:normAutofit/>
          </a:bodyPr>
          <a:lstStyle/>
          <a:p>
            <a:r>
              <a:rPr lang="ru-RU" sz="4800" dirty="0"/>
              <a:t>Преимущества и практическая ценность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EE6657F-5B35-8F8A-2FBE-77B18200B3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01066" y="2563379"/>
            <a:ext cx="5241353" cy="507482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Понятный интерфейс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Сохраняется история 	загруженных лекций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Возможность загружать 	собственные видео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45424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124CC7F-A982-2A23-9EC7-5BBF4A27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/>
          <a:lstStyle/>
          <a:p>
            <a:r>
              <a:rPr lang="ru-RU" dirty="0"/>
              <a:t>Перспективы развития</a:t>
            </a:r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E53E797-A1BD-62E6-113A-0F3944960D68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" y="3017520"/>
            <a:ext cx="3417902" cy="3840480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86200BC-055B-F023-E7AE-7A9056A224A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329" y="2188634"/>
            <a:ext cx="7476571" cy="213485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Ускорить загрузку видео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Улучшить интерфейс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Добавить новые функции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62134415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51</TotalTime>
  <Words>154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Film Burn</vt:lpstr>
      <vt:lpstr>Лекционер</vt:lpstr>
      <vt:lpstr>Проблема и актуальность</vt:lpstr>
      <vt:lpstr>Предлагаемое решение</vt:lpstr>
      <vt:lpstr>Техническая реализация</vt:lpstr>
      <vt:lpstr>Преимущества и практическая ценность</vt:lpstr>
      <vt:lpstr>Перспективы развития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cocobabao</dc:creator>
  <cp:lastModifiedBy>cocobabao</cp:lastModifiedBy>
  <cp:revision>1</cp:revision>
  <dcterms:created xsi:type="dcterms:W3CDTF">2026-10-28T09:59:59Z</dcterms:created>
  <dcterms:modified xsi:type="dcterms:W3CDTF">2026-10-28T10:51:40Z</dcterms:modified>
</cp:coreProperties>
</file>